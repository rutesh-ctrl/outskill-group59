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Figtree Medium" pitchFamily="2" charset="0"/>
      <p:regular r:id="rId11"/>
      <p:bold r:id="rId12"/>
      <p:italic r:id="rId13"/>
      <p:boldItalic r:id="rId14"/>
    </p:embeddedFont>
    <p:embeddedFont>
      <p:font typeface="Figtree SemiBold"/>
      <p:regular r:id="rId15"/>
      <p:bold r:id="rId16"/>
      <p:italic r:id="rId17"/>
      <p:boldItalic r:id="rId18"/>
    </p:embeddedFont>
    <p:embeddedFont>
      <p:font typeface="Lora" pitchFamily="2" charset="77"/>
      <p:regular r:id="rId19"/>
      <p:bold r:id="rId20"/>
      <p:italic r:id="rId21"/>
      <p:boldItalic r:id="rId22"/>
    </p:embeddedFont>
    <p:embeddedFont>
      <p:font typeface="Lora Medium"/>
      <p:regular r:id="rId23"/>
      <p:bold r:id="rId24"/>
      <p:italic r:id="rId25"/>
      <p:boldItalic r:id="rId26"/>
    </p:embeddedFont>
    <p:embeddedFont>
      <p:font typeface="Lora SemiBold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ed19b8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ed19b8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ed19b842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ed19b842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badf9e79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badf9e79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ed19b842a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ed19b842a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adf9e7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adf9e7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c9d68d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bc9d68d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ed19b842a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ed19b842a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slide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2550"/>
            <a:ext cx="9143999" cy="51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 title="slide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74173" cy="52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55475" y="28965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GROUP NUMBER</a:t>
            </a:r>
            <a:endParaRPr sz="22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728525" y="228990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err="1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BudgetTracker</a:t>
            </a:r>
            <a:endParaRPr sz="2400" dirty="0">
              <a:solidFill>
                <a:schemeClr val="lt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 descr="Corporate headshot of a woman"/>
          <p:cNvPicPr preferRelativeResize="0"/>
          <p:nvPr/>
        </p:nvPicPr>
        <p:blipFill rotWithShape="1">
          <a:blip r:embed="rId4">
            <a:alphaModFix/>
          </a:blip>
          <a:srcRect l="5978" t="5978" r="5978" b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3" name="Google Shape;73;p17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Rutesh</a:t>
            </a:r>
            <a:endParaRPr sz="1700" dirty="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105773" y="3442744"/>
            <a:ext cx="12672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Applied AI Business Builder</a:t>
            </a:r>
            <a:endParaRPr sz="1100"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5">
            <a:alphaModFix/>
          </a:blip>
          <a:srcRect t="3793" b="29539"/>
          <a:stretch/>
        </p:blipFill>
        <p:spPr>
          <a:xfrm>
            <a:off x="3065915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8" name="Google Shape;78;p17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/>
          </a:blip>
          <a:srcRect l="21958" t="9410" r="35386" b="30955"/>
          <a:stretch/>
        </p:blipFill>
        <p:spPr>
          <a:xfrm>
            <a:off x="4962537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" name="Google Shape;83;p17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7">
            <a:alphaModFix/>
          </a:blip>
          <a:srcRect l="6006" r="14012" b="8867"/>
          <a:stretch/>
        </p:blipFill>
        <p:spPr>
          <a:xfrm>
            <a:off x="6846927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" name="Google Shape;88;p17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sz="21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descr="Corporate headshot of a woman"/>
          <p:cNvPicPr preferRelativeResize="0"/>
          <p:nvPr/>
        </p:nvPicPr>
        <p:blipFill rotWithShape="1">
          <a:blip r:embed="rId4">
            <a:alphaModFix/>
          </a:blip>
          <a:srcRect l="5978" t="5978" r="5978" b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" name="Google Shape;99;p18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5">
            <a:alphaModFix/>
          </a:blip>
          <a:srcRect t="3793" b="29539"/>
          <a:stretch/>
        </p:blipFill>
        <p:spPr>
          <a:xfrm>
            <a:off x="3065915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" name="Google Shape;104;p18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6">
            <a:alphaModFix/>
          </a:blip>
          <a:srcRect l="21958" t="9410" r="35386" b="30955"/>
          <a:stretch/>
        </p:blipFill>
        <p:spPr>
          <a:xfrm>
            <a:off x="4962537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" name="Google Shape;109;p18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7">
            <a:alphaModFix/>
          </a:blip>
          <a:srcRect l="6006" r="14012" b="8867"/>
          <a:stretch/>
        </p:blipFill>
        <p:spPr>
          <a:xfrm>
            <a:off x="6846927" y="1406100"/>
            <a:ext cx="1115700" cy="1064700"/>
          </a:xfrm>
          <a:prstGeom prst="roundRect">
            <a:avLst>
              <a:gd name="adj" fmla="val 8395"/>
            </a:avLst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4" name="Google Shape;114;p18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name="adj" fmla="val 104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sz="21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title="slide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75" y="-44000"/>
            <a:ext cx="9333499" cy="526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699838" y="1348500"/>
            <a:ext cx="6065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Write one line Problem Statement</a:t>
            </a:r>
            <a:endParaRPr sz="21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95125" y="616575"/>
            <a:ext cx="7289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the Problem you are solving?</a:t>
            </a:r>
            <a:endParaRPr sz="2500" b="1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99850" y="2196925"/>
            <a:ext cx="4366800" cy="617100"/>
          </a:xfrm>
          <a:prstGeom prst="rect">
            <a:avLst/>
          </a:prstGeom>
          <a:noFill/>
          <a:ln w="95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9850" y="3010950"/>
            <a:ext cx="4366800" cy="617100"/>
          </a:xfrm>
          <a:prstGeom prst="rect">
            <a:avLst/>
          </a:prstGeom>
          <a:noFill/>
          <a:ln w="95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99850" y="3824975"/>
            <a:ext cx="4366800" cy="617100"/>
          </a:xfrm>
          <a:prstGeom prst="rect">
            <a:avLst/>
          </a:prstGeom>
          <a:noFill/>
          <a:ln w="95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5574" y="2282275"/>
            <a:ext cx="3839400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Manual Categorization of expenses is tedious</a:t>
            </a:r>
            <a:endParaRPr sz="1700"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981536" y="3096300"/>
            <a:ext cx="3839400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Expense summary shows numbers but do not show what to do?</a:t>
            </a:r>
            <a:endParaRPr sz="1700"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981536" y="3910325"/>
            <a:ext cx="3839400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Making user aware of their habits and impact on expenses</a:t>
            </a:r>
            <a:endParaRPr sz="1700" dirty="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SCREENSHOT and Loom video OF YOUR PRODUCT 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 the link of Loom video OF YOUR PRODUCT 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2319900" y="2030375"/>
            <a:ext cx="45042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Thank You ✨</a:t>
            </a:r>
            <a:endParaRPr sz="32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Macintosh PowerPoint</Application>
  <PresentationFormat>On-screen Show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Figtree SemiBold</vt:lpstr>
      <vt:lpstr>Lora SemiBold</vt:lpstr>
      <vt:lpstr>Lora Medium</vt:lpstr>
      <vt:lpstr>Figtree Medium</vt:lpstr>
      <vt:lpstr>Roboto</vt:lpstr>
      <vt:lpstr>Arial</vt:lpstr>
      <vt:lpstr>Lora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Rutesh Shah</cp:lastModifiedBy>
  <cp:revision>1</cp:revision>
  <dcterms:modified xsi:type="dcterms:W3CDTF">2026-05-08T05:21:32Z</dcterms:modified>
</cp:coreProperties>
</file>